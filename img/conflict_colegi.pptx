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3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аксим Мыцэ" userId="2b6f922d4de6b6ad" providerId="LiveId" clId="{B6C27094-54F3-4456-8692-37CF36299924}"/>
    <pc:docChg chg="undo custSel modSld">
      <pc:chgData name="Максим Мыцэ" userId="2b6f922d4de6b6ad" providerId="LiveId" clId="{B6C27094-54F3-4456-8692-37CF36299924}" dt="2026-03-26T06:24:18.229" v="30" actId="207"/>
      <pc:docMkLst>
        <pc:docMk/>
      </pc:docMkLst>
      <pc:sldChg chg="addSp delSp modSp mod">
        <pc:chgData name="Максим Мыцэ" userId="2b6f922d4de6b6ad" providerId="LiveId" clId="{B6C27094-54F3-4456-8692-37CF36299924}" dt="2026-03-26T06:24:18.229" v="30" actId="207"/>
        <pc:sldMkLst>
          <pc:docMk/>
          <pc:sldMk cId="0" sldId="258"/>
        </pc:sldMkLst>
        <pc:spChg chg="mod">
          <ac:chgData name="Максим Мыцэ" userId="2b6f922d4de6b6ad" providerId="LiveId" clId="{B6C27094-54F3-4456-8692-37CF36299924}" dt="2026-03-26T06:19:55.910" v="7" actId="2085"/>
          <ac:spMkLst>
            <pc:docMk/>
            <pc:sldMk cId="0" sldId="258"/>
            <ac:spMk id="2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19:23.967" v="3" actId="2085"/>
          <ac:spMkLst>
            <pc:docMk/>
            <pc:sldMk cId="0" sldId="258"/>
            <ac:spMk id="3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19:16.671" v="2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4:18.229" v="30" actId="207"/>
          <ac:spMkLst>
            <pc:docMk/>
            <pc:sldMk cId="0" sldId="258"/>
            <ac:spMk id="5" creationId="{00000000-0000-0000-0000-000000000000}"/>
          </ac:spMkLst>
        </pc:spChg>
        <pc:spChg chg="add del mod">
          <ac:chgData name="Максим Мыцэ" userId="2b6f922d4de6b6ad" providerId="LiveId" clId="{B6C27094-54F3-4456-8692-37CF36299924}" dt="2026-03-26T06:22:06.019" v="21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9" creationId="{00000000-0000-0000-0000-000000000000}"/>
          </ac:spMkLst>
        </pc:spChg>
        <pc:spChg chg="add del 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13" creationId="{00000000-0000-0000-0000-000000000000}"/>
          </ac:spMkLst>
        </pc:spChg>
        <pc:spChg chg="add del 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2:45.502" v="28" actId="208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Максим Мыцэ" userId="2b6f922d4de6b6ad" providerId="LiveId" clId="{B6C27094-54F3-4456-8692-37CF36299924}" dt="2026-03-26T06:23:49.829" v="29" actId="255"/>
          <ac:spMkLst>
            <pc:docMk/>
            <pc:sldMk cId="0" sldId="258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58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F4E6B">
              <a:alpha val="60000"/>
            </a:srgbClr>
          </a:solidFill>
          <a:ln w="12700">
            <a:solidFill>
              <a:srgbClr val="1F4E6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2471A3">
              <a:alpha val="50000"/>
            </a:srgbClr>
          </a:solidFill>
          <a:ln w="12700">
            <a:solidFill>
              <a:srgbClr val="2471A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Psihologia social-economică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între colegi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Descriere, soluționare și prevenire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3200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 individual  •  2025–2026, sem.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Descrierea conflictului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9319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CE CONSTĂ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Vorbe: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critici, ironii, jigniri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Fapte: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sabotaj, lipsă de cooperare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Competiție și rivalitate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Neînțelegeri și opinii divergente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Diferențe de personalitate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880360"/>
            <a:ext cx="82753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827532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53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CAUZE PRINCIPALE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 defectuoasă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neclare, ton agresiv sau pasiv,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lipsă de ascultare activă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18288" cy="137160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Roluri neclare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Responsabilități suprapuse sau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nedefinite în cadrul echipei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C34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960120"/>
          </a:xfrm>
          <a:prstGeom prst="rect">
            <a:avLst/>
          </a:prstGeom>
          <a:solidFill>
            <a:srgbClr val="FFC34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Soluționare și prevenire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31920" cy="1645920"/>
          </a:xfrm>
          <a:prstGeom prst="rect">
            <a:avLst/>
          </a:prstGeom>
          <a:solidFill>
            <a:srgbClr val="FFC34F"/>
          </a:solidFill>
          <a:ln w="635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931920" cy="64008"/>
          </a:xfrm>
          <a:prstGeom prst="rect">
            <a:avLst/>
          </a:prstGeom>
          <a:solidFill>
            <a:srgbClr val="FFC34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METODĂ DE SOLUȚIONARE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3566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Mediere: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implicarea unui terț neutru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pentru facilitarea dialogului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Comunicare asertivă: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exprimarea clară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nevoilor fără agresivitate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C34F"/>
          </a:solidFill>
          <a:ln w="635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64008"/>
          </a:xfrm>
          <a:prstGeom prst="rect">
            <a:avLst/>
          </a:prstGeom>
          <a:solidFill>
            <a:srgbClr val="FFC34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93776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566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Colaborare (Win-Win):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Ambele părți câștigă printr-un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echilibrat și respect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2880360"/>
            <a:ext cx="8275320" cy="1691640"/>
          </a:xfrm>
          <a:prstGeom prst="rect">
            <a:avLst/>
          </a:prstGeom>
          <a:solidFill>
            <a:srgbClr val="FFC34F"/>
          </a:solidFill>
          <a:ln w="6350">
            <a:solidFill>
              <a:srgbClr val="D5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8275320" cy="64008"/>
          </a:xfrm>
          <a:prstGeom prst="rect">
            <a:avLst/>
          </a:prstGeom>
          <a:solidFill>
            <a:srgbClr val="FFC34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594360" y="2953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Clarificarea responsabilităților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749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Roluri bine definite pentru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membru al echipei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0" y="3017520"/>
            <a:ext cx="18288" cy="141732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333756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Ședințe regulate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37560" y="3749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Întâlniri periodice pentru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alinierea obiectivelor comune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0" y="3017520"/>
            <a:ext cx="18288" cy="141732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608076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Cultură a feedbackului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0760" y="3749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constructiv și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reciproc constant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146</Words>
  <Application>Microsoft Office PowerPoint</Application>
  <PresentationFormat>On-screen Show (16:9)</PresentationFormat>
  <Paragraphs>44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Conflict între colegi</dc:title>
  <dc:subject>PptxGenJS Presentation</dc:subject>
  <dc:creator>PptxGenJS</dc:creator>
  <cp:lastModifiedBy>Максим Мыцэ</cp:lastModifiedBy>
  <cp:revision>1</cp:revision>
  <dcterms:created xsi:type="dcterms:W3CDTF">2026-03-26T06:02:31Z</dcterms:created>
  <dcterms:modified xsi:type="dcterms:W3CDTF">2026-03-26T06:24:29Z</dcterms:modified>
</cp:coreProperties>
</file>